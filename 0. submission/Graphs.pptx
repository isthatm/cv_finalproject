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9" d="100"/>
          <a:sy n="109" d="100"/>
        </p:scale>
        <p:origin x="6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1A05B-D5D4-9476-872A-E87C973E4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D48E92-DA91-39FE-3B9C-56DD99A48D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C90A0-374B-9DEF-2C96-62C16F312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CBD02-36A0-04CB-CA14-F28DFC06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B5EC6-0558-1ED0-BB91-BE8454440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07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04DCB-F915-6DD9-5350-3AED2DF17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4746D-A7B6-1C3B-3054-DE8FDBB46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13C8D3-47B1-3CAC-7034-8C5C52135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3145A-F54B-CA67-1631-AE3AD5BA4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108E5-3E90-43FD-1E70-06309809E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13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8FCD5-33BD-4B4E-0B57-22B8700F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95C089-9BD1-75FD-1F89-6B3B17850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2D8294-8AB8-C782-8049-6CFAB624C4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87AE9-4F09-BB5A-A6F7-754C3BD6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3594F-BC72-066E-061C-09BC7AFCE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301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9E547-F1D6-CEC4-E82F-7F86A98CA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4A191-FB51-45E5-E84D-E87DB86FC5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A5E8B-45B6-68BA-DABB-77BEBB2617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3445B5-EA90-3C04-652A-786359860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5C3F2-6E6F-525A-410C-15E5F6637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F01DFB-BD0B-B4EC-246E-5A0BDFCB3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91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D9A5A-A5A0-FD12-B021-B967A2018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8E08AD-36AD-19C5-E2F1-2C2DC44B03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04D1A0-543B-9164-27A1-244BFCA08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DFEFD8-91EF-569D-4B19-D3D2FFBBC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089B29-7400-D9F5-E62B-46FA57CC27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57BBCD-37FE-199C-A0BC-E890852F3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2B469AE-EB57-5EEB-C7FE-DF76AA171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C5C61-AEE3-DD84-EBA4-FFE6979A2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22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C2B44-0CE0-99FD-D4C5-4BB1A3BA7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A5FAD-B51E-9504-27F1-735E82CA1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C9F29-E963-F5F3-1863-EA03FF22A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DDBE0D-ECD4-99A0-9017-087CE7FF5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018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CFD6A1-56C7-3E5F-C329-90A0861E4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CEC1B8-5296-EDBC-8B12-00628A2E8A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28DE9-27FE-1E41-58ED-E9B45257D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7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3730-DDD0-DFA7-8DE4-047F915BC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932FF-74F3-561F-A089-9083D2F32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A5FACD-EBF7-4137-56D9-1D6A3E9E5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8D6DC9-4361-91EF-B127-EC0C6E97F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FB8FF4-052C-5B8F-3A65-8BDEEFFF2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31AD11-63A5-F1D0-4DDF-41BD3602B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48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257DD-DDEC-3D8B-5369-EAE65B639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AECA5F-8AD2-6475-DF92-9266DAC539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11EDE8-61EA-8EBD-8A23-B74233F821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1D390-F391-D3D9-3FA0-ECDC9572B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78870C-7A3E-DB03-EC6F-12087D484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600E3-E780-492E-E89A-71BEB62FA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58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7DC11-B503-40EC-D30B-9283A35E9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076F7-CF75-CE7E-1592-B8445134E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969A1-6BED-6336-79FE-EBC3B70D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FB909-8085-624B-91B7-4C35FC414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3B95F-AC1E-0389-2077-95A672796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81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657491-A67B-02F8-ABA5-DEC47DBAE3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4C6775-A69E-504F-BE9B-1D79881AE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3C765-757A-DD74-9395-A60C819B3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D0D10-F5C7-6F5B-4430-172DB3DD7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58725-715D-462E-642B-5519E479B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58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86A2ED-58A7-5CA4-C483-504C23C00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4CE20-8683-0BD6-2597-531C479E2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782DC-AC08-D503-7008-6F2468AC47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F5E78-9B31-4F73-A1CA-C384A1A7CC60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C8273-97AD-79DE-7120-1ECB63AA1A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9AF0C6-690C-B755-78A8-41E51A46F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0413A4-1E1B-45EA-A920-9FBD14C7ED1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63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3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20.png"/><Relationship Id="rId5" Type="http://schemas.openxmlformats.org/officeDocument/2006/relationships/image" Target="../media/image1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88A99D-D60E-5A6C-E50A-86A45E1324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998" y="139521"/>
            <a:ext cx="2666198" cy="2666198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C0CF13-C2BF-DBAB-7C46-75A8BA58DD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6733" y="2310835"/>
            <a:ext cx="494883" cy="4948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ABD91F-6BFB-D011-75C7-48DB1A079C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332" y="139521"/>
            <a:ext cx="2666197" cy="2666197"/>
          </a:xfrm>
          <a:prstGeom prst="rect">
            <a:avLst/>
          </a:prstGeom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89E674B-0CA8-6A01-B0A7-25E17E7B4F7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646" y="2310834"/>
            <a:ext cx="494883" cy="4948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F6D4C0-ACEC-2507-897D-EA4C71A6800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665" y="139521"/>
            <a:ext cx="2666196" cy="2666196"/>
          </a:xfrm>
          <a:prstGeom prst="rect">
            <a:avLst/>
          </a:prstGeom>
          <a:ln>
            <a:noFill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8F123B0-C01A-98FB-B783-71ECCC2BFD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978" y="2310833"/>
            <a:ext cx="494883" cy="49488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603F2EC-45E0-FA02-9EC0-86BD6DCA3C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665" y="3429000"/>
            <a:ext cx="2666196" cy="26661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15EC421-9CBF-55C6-B490-BCF18E2974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978" y="5600313"/>
            <a:ext cx="494883" cy="494883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E321875-EC3A-4F19-33E6-C8FC44ED759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6333" y="3429000"/>
            <a:ext cx="2666196" cy="266619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A26F0CBD-7204-B667-3041-A0FE09D9915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7647" y="5600313"/>
            <a:ext cx="494882" cy="49488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D860D296-0A9D-E22C-CA71-84302A6B1E08}"/>
              </a:ext>
            </a:extLst>
          </p:cNvPr>
          <p:cNvSpPr txBox="1"/>
          <p:nvPr/>
        </p:nvSpPr>
        <p:spPr>
          <a:xfrm>
            <a:off x="2489708" y="6262955"/>
            <a:ext cx="38183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cut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2561EB-E858-E18A-B1EE-9C973BE23EF8}"/>
              </a:ext>
            </a:extLst>
          </p:cNvPr>
          <p:cNvSpPr txBox="1"/>
          <p:nvPr/>
        </p:nvSpPr>
        <p:spPr>
          <a:xfrm>
            <a:off x="5629789" y="6246834"/>
            <a:ext cx="425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fold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3D744D-5813-654A-DE6A-EC89332760C4}"/>
              </a:ext>
            </a:extLst>
          </p:cNvPr>
          <p:cNvSpPr txBox="1"/>
          <p:nvPr/>
        </p:nvSpPr>
        <p:spPr>
          <a:xfrm>
            <a:off x="8694209" y="6262955"/>
            <a:ext cx="4891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poke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6046D7-3F7A-FCF5-1C2B-2496103E384E}"/>
              </a:ext>
            </a:extLst>
          </p:cNvPr>
          <p:cNvSpPr txBox="1"/>
          <p:nvPr/>
        </p:nvSpPr>
        <p:spPr>
          <a:xfrm>
            <a:off x="2238004" y="3005041"/>
            <a:ext cx="10041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broken_large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516AF-7AB6-88D6-672E-29AC38814ACC}"/>
              </a:ext>
            </a:extLst>
          </p:cNvPr>
          <p:cNvSpPr txBox="1"/>
          <p:nvPr/>
        </p:nvSpPr>
        <p:spPr>
          <a:xfrm>
            <a:off x="5326821" y="3000507"/>
            <a:ext cx="10252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broken_small</a:t>
            </a:r>
            <a:endParaRPr lang="en-US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74B034-A202-A890-62C2-94ACBF299E73}"/>
              </a:ext>
            </a:extLst>
          </p:cNvPr>
          <p:cNvSpPr txBox="1"/>
          <p:nvPr/>
        </p:nvSpPr>
        <p:spPr>
          <a:xfrm>
            <a:off x="8436669" y="3000507"/>
            <a:ext cx="10924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contamination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226414-B9BD-5AEA-A5DA-EED9F258C8BA}"/>
              </a:ext>
            </a:extLst>
          </p:cNvPr>
          <p:cNvSpPr txBox="1"/>
          <p:nvPr/>
        </p:nvSpPr>
        <p:spPr>
          <a:xfrm>
            <a:off x="628032" y="1472619"/>
            <a:ext cx="5740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Bottle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9AB22B-5123-1B6A-6568-658BF36880ED}"/>
              </a:ext>
            </a:extLst>
          </p:cNvPr>
          <p:cNvSpPr txBox="1"/>
          <p:nvPr/>
        </p:nvSpPr>
        <p:spPr>
          <a:xfrm>
            <a:off x="628032" y="4623598"/>
            <a:ext cx="668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Leather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D9F20A1-7AD6-3E82-04D9-DBD3E5D2147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997" y="3439398"/>
            <a:ext cx="2666199" cy="266619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FDA5FCA-6C3F-FE9C-8288-AF20338AC8C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8313" y="5608938"/>
            <a:ext cx="494883" cy="49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1577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1D4DD-A446-B65B-41B0-E589956BA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F62073E5-5341-D3A4-FBA3-5ABAE63439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726" y="508955"/>
            <a:ext cx="2081145" cy="208114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27E51EE-435D-3880-EFF4-97055130A3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850" y="508957"/>
            <a:ext cx="2081145" cy="2081145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EE551FC-78E1-9325-0279-6C453C9CC5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74" y="508956"/>
            <a:ext cx="2081145" cy="208114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0EA833FE-267B-4053-8ECB-182E2E13F97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98" y="508956"/>
            <a:ext cx="2081145" cy="2081145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D2D9A40-4400-F189-DD6F-B9FBD26931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98" y="2647217"/>
            <a:ext cx="2081145" cy="208114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25E058A9-E395-1C78-35A7-F0C1A9C43C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74" y="2647217"/>
            <a:ext cx="2081145" cy="2081145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BCA60384-4815-8547-AB04-0D03CA7E7A6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850" y="2647217"/>
            <a:ext cx="2081145" cy="2081145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CCA90B8-C874-5466-3E09-00859738F5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725" y="2647216"/>
            <a:ext cx="2081146" cy="208114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75AF71EF-B6BF-F010-1491-1884A7E013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98" y="4761776"/>
            <a:ext cx="2081145" cy="208114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D6752A06-621A-8272-258E-B2C35A1098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973" y="4761775"/>
            <a:ext cx="2081145" cy="2081145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69032726-403A-14A3-0286-B377CCFE3A6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2850" y="4761775"/>
            <a:ext cx="2081145" cy="2081145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B929B7E-3C6A-AEB7-152D-3C89D8EC5F8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725" y="4761775"/>
            <a:ext cx="2081145" cy="2081145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351206B2-9915-09B5-E29C-E4F7387B6939}"/>
              </a:ext>
            </a:extLst>
          </p:cNvPr>
          <p:cNvSpPr txBox="1"/>
          <p:nvPr/>
        </p:nvSpPr>
        <p:spPr>
          <a:xfrm rot="16200000">
            <a:off x="-38066" y="1411027"/>
            <a:ext cx="10263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broken_large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93D5CD-9174-C0AD-8F98-AB6F63F43AF9}"/>
              </a:ext>
            </a:extLst>
          </p:cNvPr>
          <p:cNvSpPr txBox="1"/>
          <p:nvPr/>
        </p:nvSpPr>
        <p:spPr>
          <a:xfrm rot="16200000">
            <a:off x="-49415" y="3549289"/>
            <a:ext cx="10490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 err="1">
                <a:latin typeface="Calibri" panose="020F0502020204030204" pitchFamily="34" charset="0"/>
                <a:cs typeface="Calibri" panose="020F0502020204030204" pitchFamily="34" charset="0"/>
              </a:rPr>
              <a:t>broken_small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DAEAC18-ED6F-57EE-99F6-766D7B9BF7F4}"/>
              </a:ext>
            </a:extLst>
          </p:cNvPr>
          <p:cNvSpPr txBox="1"/>
          <p:nvPr/>
        </p:nvSpPr>
        <p:spPr>
          <a:xfrm rot="16200000">
            <a:off x="-84391" y="5663847"/>
            <a:ext cx="1118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latin typeface="Calibri" panose="020F0502020204030204" pitchFamily="34" charset="0"/>
                <a:cs typeface="Calibri" panose="020F0502020204030204" pitchFamily="34" charset="0"/>
              </a:rPr>
              <a:t>contamination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E0BF2F0-9DE8-9FB3-43ED-C77C34919D9C}"/>
                  </a:ext>
                </a:extLst>
              </p:cNvPr>
              <p:cNvSpPr txBox="1"/>
              <p:nvPr/>
            </p:nvSpPr>
            <p:spPr>
              <a:xfrm>
                <a:off x="1407238" y="203399"/>
                <a:ext cx="7168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𝑳</m:t>
                          </m:r>
                        </m:e>
                        <m:sub>
                          <m: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𝒗𝒂𝒏𝒊𝒍𝒍𝒂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E0BF2F0-9DE8-9FB3-43ED-C77C34919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7238" y="203399"/>
                <a:ext cx="716863" cy="276999"/>
              </a:xfrm>
              <a:prstGeom prst="rect">
                <a:avLst/>
              </a:prstGeom>
              <a:blipFill>
                <a:blip r:embed="rId14"/>
                <a:stretch>
                  <a:fillRect r="-2564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521B0EE-0F9B-D148-56FF-8D7596A8DA08}"/>
                  </a:ext>
                </a:extLst>
              </p:cNvPr>
              <p:cNvSpPr txBox="1"/>
              <p:nvPr/>
            </p:nvSpPr>
            <p:spPr>
              <a:xfrm>
                <a:off x="4256113" y="198544"/>
                <a:ext cx="83227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𝑳</m:t>
                          </m:r>
                        </m:e>
                        <m:sub>
                          <m: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𝒂𝒕𝒕𝒆𝒏𝒕𝒊𝒐𝒏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521B0EE-0F9B-D148-56FF-8D7596A8D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6113" y="198544"/>
                <a:ext cx="832279" cy="276999"/>
              </a:xfrm>
              <a:prstGeom prst="rect">
                <a:avLst/>
              </a:prstGeom>
              <a:blipFill>
                <a:blip r:embed="rId15"/>
                <a:stretch>
                  <a:fillRect t="-2222" r="-2190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D42A0CF-C90E-0718-770D-2AE2F3235E97}"/>
                  </a:ext>
                </a:extLst>
              </p:cNvPr>
              <p:cNvSpPr txBox="1"/>
              <p:nvPr/>
            </p:nvSpPr>
            <p:spPr>
              <a:xfrm>
                <a:off x="7104990" y="208261"/>
                <a:ext cx="670376" cy="2945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𝑳</m:t>
                          </m:r>
                        </m:e>
                        <m:sub>
                          <m: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𝒅𝒆𝒇𝒆𝒄𝒕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D42A0CF-C90E-0718-770D-2AE2F3235E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990" y="208261"/>
                <a:ext cx="670376" cy="294568"/>
              </a:xfrm>
              <a:prstGeom prst="rect">
                <a:avLst/>
              </a:prstGeom>
              <a:blipFill>
                <a:blip r:embed="rId16"/>
                <a:stretch>
                  <a:fillRect r="-2752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F40E99A-F47E-887C-9BA0-3D0F44F93E22}"/>
                  </a:ext>
                </a:extLst>
              </p:cNvPr>
              <p:cNvSpPr txBox="1"/>
              <p:nvPr/>
            </p:nvSpPr>
            <p:spPr>
              <a:xfrm>
                <a:off x="9953867" y="217978"/>
                <a:ext cx="651140" cy="2945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𝑳</m:t>
                          </m:r>
                        </m:e>
                        <m:sub>
                          <m:r>
                            <a:rPr lang="en-US" sz="1200" b="1" i="1" dirty="0" smtClean="0">
                              <a:latin typeface="Cambria Math" panose="02040503050406030204" pitchFamily="18" charset="0"/>
                              <a:cs typeface="Calibri" panose="020F0502020204030204" pitchFamily="34" charset="0"/>
                            </a:rPr>
                            <m:t>𝒐𝒃𝒋𝒆𝒄𝒕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5F40E99A-F47E-887C-9BA0-3D0F44F93E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3867" y="217978"/>
                <a:ext cx="651140" cy="294504"/>
              </a:xfrm>
              <a:prstGeom prst="rect">
                <a:avLst/>
              </a:prstGeom>
              <a:blipFill>
                <a:blip r:embed="rId17"/>
                <a:stretch>
                  <a:fillRect t="-2083" r="-1869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47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55">
            <a:extLst>
              <a:ext uri="{FF2B5EF4-FFF2-40B4-BE49-F238E27FC236}">
                <a16:creationId xmlns:a16="http://schemas.microsoft.com/office/drawing/2014/main" id="{84D79B93-BFDB-85A8-263D-0B3A02DB41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0475"/>
          <a:stretch>
            <a:fillRect/>
          </a:stretch>
        </p:blipFill>
        <p:spPr>
          <a:xfrm>
            <a:off x="1911887" y="252178"/>
            <a:ext cx="8002133" cy="240439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01B3C7-C4CB-708A-44CB-43EDC698AB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301"/>
          <a:stretch>
            <a:fillRect/>
          </a:stretch>
        </p:blipFill>
        <p:spPr>
          <a:xfrm>
            <a:off x="1992096" y="2656572"/>
            <a:ext cx="7780852" cy="24043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E3E6824-EE21-5106-42A1-A998762FB20C}"/>
              </a:ext>
            </a:extLst>
          </p:cNvPr>
          <p:cNvSpPr txBox="1"/>
          <p:nvPr/>
        </p:nvSpPr>
        <p:spPr>
          <a:xfrm>
            <a:off x="5399799" y="5944526"/>
            <a:ext cx="927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Multi bottle</a:t>
            </a:r>
          </a:p>
        </p:txBody>
      </p:sp>
    </p:spTree>
    <p:extLst>
      <p:ext uri="{BB962C8B-B14F-4D97-AF65-F5344CB8AC3E}">
        <p14:creationId xmlns:p14="http://schemas.microsoft.com/office/powerpoint/2010/main" val="21036593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E933B-E05B-4C90-B0B7-FE18543A1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1ABF78-6C25-A05F-6CBA-F527564F158A}"/>
              </a:ext>
            </a:extLst>
          </p:cNvPr>
          <p:cNvSpPr txBox="1"/>
          <p:nvPr/>
        </p:nvSpPr>
        <p:spPr>
          <a:xfrm>
            <a:off x="5399799" y="5944526"/>
            <a:ext cx="630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leather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2EE2873-B9D0-F506-CA41-11BBA87DC3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8728"/>
          <a:stretch>
            <a:fillRect/>
          </a:stretch>
        </p:blipFill>
        <p:spPr>
          <a:xfrm>
            <a:off x="2230595" y="136102"/>
            <a:ext cx="7350018" cy="22124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A00383-A00E-374E-A010-96BB170129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076"/>
          <a:stretch>
            <a:fillRect/>
          </a:stretch>
        </p:blipFill>
        <p:spPr>
          <a:xfrm>
            <a:off x="2112410" y="2348564"/>
            <a:ext cx="7565139" cy="231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758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26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Le (Student)</dc:creator>
  <cp:lastModifiedBy>Minh Le (Student)</cp:lastModifiedBy>
  <cp:revision>5</cp:revision>
  <dcterms:created xsi:type="dcterms:W3CDTF">2026-05-30T04:38:46Z</dcterms:created>
  <dcterms:modified xsi:type="dcterms:W3CDTF">2026-05-31T07:54:18Z</dcterms:modified>
</cp:coreProperties>
</file>